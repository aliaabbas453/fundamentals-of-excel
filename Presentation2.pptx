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B9E3B-A57D-302D-4641-17B5D2FD4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B0B3E-4B54-CC20-DB5F-5BE9C0D54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B729C-982B-9DC5-AD99-83C88B42E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D544-F74C-487B-B47F-C0768920A606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DA4DD-DC63-FF33-8595-D4D2D526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85EDE-7600-8AA1-F8D9-E69976EA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175A-E9B7-4A1D-B5C1-A857E28E1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70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D5711-4727-B329-CE4F-E78D34CE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048EB-086B-739D-2E6C-CC76D3AFE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31E24-3706-5284-4357-F02717ACB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D544-F74C-487B-B47F-C0768920A606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8A1FB-F3F0-9DD5-5B35-998303CC9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ED823-0438-8357-90BA-76FF7AE5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175A-E9B7-4A1D-B5C1-A857E28E1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136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407A2-2B7A-80B2-E040-8DB31A6EE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C75C4-34E6-0248-EF3D-529D10124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351A1-F0D8-201E-0E42-F86FF1EEE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D544-F74C-487B-B47F-C0768920A606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B13E9-C01A-A181-4B40-CB9AA6CFF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04420-E8E1-8780-AFEB-109DB54C2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175A-E9B7-4A1D-B5C1-A857E28E1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01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36621-2962-D5BF-D065-7FF4C121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51BA2-EBBC-ECEC-A842-DCEA206936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8E05E-1178-F47D-E9FE-6497D1E0F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6A5B9-5866-C43A-B926-7105F0C3A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D544-F74C-487B-B47F-C0768920A606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FBA09-2A44-79DA-9C27-E83D2FD9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6BB45-A6D5-5F5A-F2B7-88A19CF03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175A-E9B7-4A1D-B5C1-A857E28E1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01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5A2AC-188F-919F-7E93-12BC87C1B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2C30A-2114-000E-B4CD-F0F6911F5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94D0C-DF6F-3136-9D1D-72DC77A5B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6C9E67-8E11-F03F-31E1-E6AA791245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EADCF5-473C-EB49-C80B-63A9AAD47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A0E2BC-6D8B-F2AD-2507-37977403D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D544-F74C-487B-B47F-C0768920A606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D0CFB4-0DCE-EF8B-7FA6-4715C05F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7D3F07-6ABF-22A1-7041-D7D911E7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175A-E9B7-4A1D-B5C1-A857E28E1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352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6CD2C-4E2D-866A-6FCA-8D5BD581B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6C052C-6B9B-68CD-67A0-7F6F0CDCF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D544-F74C-487B-B47F-C0768920A606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A496DC-5B1C-511C-5175-CF5E32640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3F4B4-3CA1-7632-083C-2B81D1B9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175A-E9B7-4A1D-B5C1-A857E28E1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963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AD243-0A7B-1987-3F86-61D06303A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D544-F74C-487B-B47F-C0768920A606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2EFCA9-CB56-E8CF-06B5-CEC39EDF5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CA715-765B-FFEC-CCB7-A4958FE7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175A-E9B7-4A1D-B5C1-A857E28E1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57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4C92B-4411-9E3A-E6F2-DF426ACB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7A83F-D488-3DD4-5D89-161366AD0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785E8-1E68-0E53-3AC5-56F077A66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3D732-6448-C586-2938-FFAD580F9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D544-F74C-487B-B47F-C0768920A606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7A756-79E9-4832-8FE5-C69A86D6B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05F09-BDC9-FA1C-D2CE-E72491DBE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175A-E9B7-4A1D-B5C1-A857E28E1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165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10910-3BC6-D566-C1D1-F88960F70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31C298-473F-8775-62A1-967D3CBCF6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ADE03-BD22-E630-46CE-FF0DE3BF6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1217D8-2453-8C7C-273D-39CAAFA2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D544-F74C-487B-B47F-C0768920A606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5D429-EEE5-7636-3751-AE9A25656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3016F-60FB-A5BF-0338-D9BBC895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175A-E9B7-4A1D-B5C1-A857E28E1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914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4685-E59B-CCB1-0CEE-BF697D370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34F539-8893-29A1-47EF-870F1F790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521A3-F40C-3DC0-14FF-F4F2E52E9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D544-F74C-487B-B47F-C0768920A606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AD8F0-243A-8186-2BED-005C0BA6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E5CFE-1C11-5A80-CE6C-887CB080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175A-E9B7-4A1D-B5C1-A857E28E1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399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EBCA3E-DF53-7AB5-27F0-64F695A2CC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4DEC7-68E1-1567-A525-48D7BA446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6A967-9938-B890-DAE0-429C7E1FB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D544-F74C-487B-B47F-C0768920A606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9E735-BC2C-4F85-749E-FA1043D6F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3984C-9B22-F3DE-3E84-CA6E94EE6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175A-E9B7-4A1D-B5C1-A857E28E1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042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1BB9EC-ED4A-6518-163A-E729D9FB4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B7272-C23C-1405-0BE7-D2D4F14EF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7A4C2-BA6F-1812-65E6-EE98838B97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8D544-F74C-487B-B47F-C0768920A606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AD0FB-F755-7EB4-9C14-4BB1C2C9D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02321-89D1-6F95-DA3D-A1B0E0AD8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3175A-E9B7-4A1D-B5C1-A857E28E1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876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6CE249-AE38-81CE-AA37-74660E672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388" y="747251"/>
            <a:ext cx="4877223" cy="48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037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8F261C-4219-C020-7A9C-7814BD84B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51" y="350253"/>
            <a:ext cx="4077053" cy="30787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AF74A1-8E13-A5C5-921A-386FD0D8A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291" y="624597"/>
            <a:ext cx="3683284" cy="2636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225931-DBD1-0A6B-64D3-C34255B40D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63" y="3675927"/>
            <a:ext cx="3589331" cy="25148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AB3099-9F8D-019F-1F15-19292C1D6E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765" y="3650001"/>
            <a:ext cx="3796643" cy="269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180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Abbas</dc:creator>
  <cp:lastModifiedBy>Ali Abbas</cp:lastModifiedBy>
  <cp:revision>1</cp:revision>
  <dcterms:created xsi:type="dcterms:W3CDTF">2026-09-01T16:27:06Z</dcterms:created>
  <dcterms:modified xsi:type="dcterms:W3CDTF">2026-09-01T16:27:10Z</dcterms:modified>
</cp:coreProperties>
</file>